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645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REID SENDROFF  ·  NORTHERN HIGHLANDS AI CLUB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01168" y="43891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MyClassPal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2944368" y="438912"/>
            <a:ext cx="1097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.ai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201168" y="12070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learning, built for your students.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1168" y="1572768"/>
            <a:ext cx="384048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1719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01168" y="1956816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have Canvas.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don't have a plan.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01168" y="2670048"/>
            <a:ext cx="40416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 pile up. Deadlines blur. Students study the wrong things — or don't study at all. The gap between a student's effort and their actual learning outcome is where MyClassPal lives.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01168" y="4517136"/>
            <a:ext cx="146304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" y="45171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myclasspal.ai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36592" y="274320"/>
            <a:ext cx="2231136" cy="2048256"/>
          </a:xfrm>
          <a:prstGeom prst="rect">
            <a:avLst/>
          </a:prstGeom>
          <a:solidFill>
            <a:srgbClr val="13102B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36592" y="274320"/>
            <a:ext cx="2231136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420624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Integration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64608" y="749808"/>
            <a:ext cx="329184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877824"/>
            <a:ext cx="197510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Syncs automatically with your school's Canvas LMS. Every assignment, every course — pulled in real time. No manual entry. No maintenance.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077456" y="274320"/>
            <a:ext cx="2231136" cy="2048256"/>
          </a:xfrm>
          <a:prstGeom prst="rect">
            <a:avLst/>
          </a:prstGeom>
          <a:solidFill>
            <a:srgbClr val="13102B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77456" y="274320"/>
            <a:ext cx="2231136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05472" y="420624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Mode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205472" y="749808"/>
            <a:ext cx="329184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05472" y="877824"/>
            <a:ext cx="197510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quizzes that use a confidence-accuracy matrix to surface what students think they know vs. what they actually know. Doesn't stop until mastery is real.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36592" y="2414016"/>
            <a:ext cx="2231136" cy="2048256"/>
          </a:xfrm>
          <a:prstGeom prst="rect">
            <a:avLst/>
          </a:prstGeom>
          <a:solidFill>
            <a:srgbClr val="13102B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36592" y="2414016"/>
            <a:ext cx="2231136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2560320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Skills Dashboard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64608" y="2889504"/>
            <a:ext cx="329184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3017520"/>
            <a:ext cx="197510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each student's strengths and weaknesses across every course over time. One click to jump from a weak skill into a targeted practice session.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077456" y="2414016"/>
            <a:ext cx="2231136" cy="2048256"/>
          </a:xfrm>
          <a:prstGeom prst="rect">
            <a:avLst/>
          </a:prstGeom>
          <a:solidFill>
            <a:srgbClr val="13102B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77456" y="2414016"/>
            <a:ext cx="2231136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05472" y="2560320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Ethics First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205472" y="2889504"/>
            <a:ext cx="329184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05472" y="3017520"/>
            <a:ext cx="197510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data is never sold. Bank-level encryption. AI surfaces gaps — it never does the thinking for the student. Learning stays theirs.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8288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Your School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myclasspal.ai  ·  Reid Sendroff  ·  Northern Highlands AI Club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2560320" cy="896112"/>
          </a:xfrm>
          <a:prstGeom prst="rect">
            <a:avLst/>
          </a:prstGeom>
          <a:solidFill>
            <a:srgbClr val="13102B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2340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499616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time for any student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63824" y="987552"/>
            <a:ext cx="2560320" cy="896112"/>
          </a:xfrm>
          <a:prstGeom prst="rect">
            <a:avLst/>
          </a:prstGeom>
          <a:solidFill>
            <a:srgbClr val="13102B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73552" y="1005840"/>
            <a:ext cx="2340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273552" y="1499616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Canvas sync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80176" y="987552"/>
            <a:ext cx="2560320" cy="896112"/>
          </a:xfrm>
          <a:prstGeom prst="rect">
            <a:avLst/>
          </a:prstGeom>
          <a:solidFill>
            <a:srgbClr val="13102B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9904" y="1005840"/>
            <a:ext cx="2340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089904" y="1499616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start — no barrier to entry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" y="2029968"/>
            <a:ext cx="2761488" cy="1719072"/>
          </a:xfrm>
          <a:prstGeom prst="rect">
            <a:avLst/>
          </a:prstGeom>
          <a:solidFill>
            <a:srgbClr val="0F1F1C"/>
          </a:solidFill>
          <a:ln w="9525">
            <a:solidFill>
              <a:srgbClr val="00D4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2029968"/>
            <a:ext cx="2761488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139696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Arrive Prepared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" y="2468880"/>
            <a:ext cx="292608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578608"/>
            <a:ext cx="2505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students know exactly what to study and can verify their own understanding before class, they show up ready. Less remediation. More meaningful class time.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0" y="2029968"/>
            <a:ext cx="2761488" cy="1719072"/>
          </a:xfrm>
          <a:prstGeom prst="rect">
            <a:avLst/>
          </a:prstGeom>
          <a:solidFill>
            <a:srgbClr val="0F1F1C"/>
          </a:solidFill>
          <a:ln w="9525">
            <a:solidFill>
              <a:srgbClr val="00D4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2029968"/>
            <a:ext cx="2761488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28416" y="2139696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Progress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28416" y="2468880"/>
            <a:ext cx="292608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28416" y="2578608"/>
            <a:ext cx="2505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My Skills dashboard creates a longitudinal record of every student's knowledge gaps and growth — visible, trackable, and actionable for both students and teachers.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53328" y="2029968"/>
            <a:ext cx="2761488" cy="1719072"/>
          </a:xfrm>
          <a:prstGeom prst="rect">
            <a:avLst/>
          </a:prstGeom>
          <a:solidFill>
            <a:srgbClr val="0F1F1C"/>
          </a:solidFill>
          <a:ln w="9525">
            <a:solidFill>
              <a:srgbClr val="00D4A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53328" y="2029968"/>
            <a:ext cx="2761488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81344" y="2139696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Supports Teachers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81344" y="2468880"/>
            <a:ext cx="292608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81344" y="2578608"/>
            <a:ext cx="2505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MyClassPal doesn't bypass the teacher — it reinforces what teachers assign. The AI identifies where students are struggling so classroom time can be used to close those gaps.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7472" y="3895344"/>
            <a:ext cx="8449056" cy="896112"/>
          </a:xfrm>
          <a:prstGeom prst="rect">
            <a:avLst/>
          </a:prstGeom>
          <a:solidFill>
            <a:srgbClr val="120D26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" y="3895344"/>
            <a:ext cx="54864" cy="8961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9319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ETHICS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48640" y="4133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guides. Students think. Learning stays theirs.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480560" y="3931920"/>
            <a:ext cx="4169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Student data is never sold or shared with third parties.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480560" y="4169664"/>
            <a:ext cx="4169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The AI identifies gaps — it never completes work for the student.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480560" y="4407408"/>
            <a:ext cx="4169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Designed to strengthen independent thinking, not replace it.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MyClassPal.ai — Reid Sendroff</dc:title>
  <dc:subject>PptxGenJS Presentation</dc:subject>
  <dc:creator>PptxGenJS</dc:creator>
  <cp:lastModifiedBy>PptxGenJS</cp:lastModifiedBy>
  <cp:revision>1</cp:revision>
  <dcterms:created xsi:type="dcterms:W3CDTF">2026-04-21T23:16:38Z</dcterms:created>
  <dcterms:modified xsi:type="dcterms:W3CDTF">2026-04-21T23:16:38Z</dcterms:modified>
</cp:coreProperties>
</file>