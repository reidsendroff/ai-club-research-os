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REID SENDROFF  ·  NORTHERN HIGHLANDS AI CLUB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System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151790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MyClassPal uses multi-agent AI to build features in parallel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1993392"/>
            <a:ext cx="2743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12848"/>
            <a:ext cx="2286000" cy="402336"/>
          </a:xfrm>
          <a:prstGeom prst="rect">
            <a:avLst/>
          </a:prstGeom>
          <a:solidFill>
            <a:srgbClr val="13102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128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212848"/>
            <a:ext cx="2286000" cy="402336"/>
          </a:xfrm>
          <a:prstGeom prst="rect">
            <a:avLst/>
          </a:prstGeom>
          <a:solidFill>
            <a:srgbClr val="13102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2128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Specialized Agents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212848"/>
            <a:ext cx="2286000" cy="402336"/>
          </a:xfrm>
          <a:prstGeom prst="rect">
            <a:avLst/>
          </a:prstGeom>
          <a:solidFill>
            <a:srgbClr val="13102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2128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71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command. Multiple agents. Smarter, faster, safer builds.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3364992"/>
            <a:ext cx="3474720" cy="438912"/>
          </a:xfrm>
          <a:prstGeom prst="rect">
            <a:avLst/>
          </a:prstGeom>
          <a:solidFill>
            <a:srgbClr val="1A10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336499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MyClassPal.ai · Production system · Claude Code + Agent SDK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Orchestrator?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8449056" cy="987552"/>
          </a:xfrm>
          <a:prstGeom prst="rect">
            <a:avLst/>
          </a:prstGeom>
          <a:solidFill>
            <a:srgbClr val="13102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822960"/>
            <a:ext cx="64008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77824"/>
            <a:ext cx="8065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run /orchestrate, Claude Code stops being a simple coding assistant and becomes a manager.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1243584"/>
            <a:ext cx="8065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task, decides how to split it, and dispatches specialized subagents to handle different parts in parallel. Multiple focused agents working simultaneously — instead of one agent doing everything serially.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9933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Orchestrator’s 5 Jobs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2432304"/>
            <a:ext cx="8449056" cy="402336"/>
          </a:xfrm>
          <a:prstGeom prst="rect">
            <a:avLst/>
          </a:prstGeom>
          <a:solidFill>
            <a:srgbClr val="13102B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0545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05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9536" y="24871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CLAUDE.md — understand what’s non-negotiable before touching anything.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907792"/>
            <a:ext cx="8449056" cy="402336"/>
          </a:xfrm>
          <a:prstGeom prst="rect">
            <a:avLst/>
          </a:prstGeom>
          <a:solidFill>
            <a:srgbClr val="0D0A1C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80944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80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" y="296265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auto-split rules to the task mechanically, not by judgment.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3383280"/>
            <a:ext cx="8449056" cy="402336"/>
          </a:xfrm>
          <a:prstGeom prst="rect">
            <a:avLst/>
          </a:prstGeom>
          <a:solidFill>
            <a:srgbClr val="13102B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56432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56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9536" y="343814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the right subagents in parallel.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858768"/>
            <a:ext cx="8449056" cy="402336"/>
          </a:xfrm>
          <a:prstGeom prst="rect">
            <a:avLst/>
          </a:prstGeom>
          <a:solidFill>
            <a:srgbClr val="0D0A1C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3192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" y="39136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parts that can’t be delegated: auth, migrations, FERPA, Canvas tokens.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" y="4334256"/>
            <a:ext cx="8449056" cy="402336"/>
          </a:xfrm>
          <a:prstGeom prst="rect">
            <a:avLst/>
          </a:prstGeom>
          <a:solidFill>
            <a:srgbClr val="13102B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40740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407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9536" y="43891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results and run the Critic before declaring done.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804672"/>
            <a:ext cx="2743200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804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0" y="10972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· integrates · owns sensitive work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53712" y="1389888"/>
            <a:ext cx="36576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00784"/>
            <a:ext cx="749808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700784"/>
            <a:ext cx="36576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700784"/>
            <a:ext cx="36576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66176" y="1700784"/>
            <a:ext cx="36576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3054096"/>
            <a:ext cx="36576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029968"/>
            <a:ext cx="2743200" cy="694944"/>
          </a:xfrm>
          <a:prstGeom prst="rect">
            <a:avLst/>
          </a:prstGeom>
          <a:solidFill>
            <a:srgbClr val="13102B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23408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schema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2029968"/>
            <a:ext cx="2743200" cy="694944"/>
          </a:xfrm>
          <a:prstGeom prst="rect">
            <a:avLst/>
          </a:prstGeom>
          <a:solidFill>
            <a:srgbClr val="13102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3408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surgery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53328" y="2029968"/>
            <a:ext cx="2743200" cy="694944"/>
          </a:xfrm>
          <a:prstGeom prst="rect">
            <a:avLst/>
          </a:prstGeom>
          <a:solidFill>
            <a:srgbClr val="13102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53328" y="23408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bugs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diff only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3383280"/>
            <a:ext cx="2743200" cy="585216"/>
          </a:xfrm>
          <a:prstGeom prst="rect">
            <a:avLst/>
          </a:prstGeom>
          <a:solidFill>
            <a:srgbClr val="0F1F1C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4381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36941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review before merge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4169664"/>
            <a:ext cx="1609344" cy="402336"/>
          </a:xfrm>
          <a:prstGeom prst="rect">
            <a:avLst/>
          </a:prstGeom>
          <a:solidFill>
            <a:srgbClr val="0D0A1C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42062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20624" y="43708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write files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048256" y="4169664"/>
            <a:ext cx="1609344" cy="402336"/>
          </a:xfrm>
          <a:prstGeom prst="rect">
            <a:avLst/>
          </a:prstGeom>
          <a:solidFill>
            <a:srgbClr val="0D0A1C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21408" y="42062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121408" y="43708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file allowlist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749040" y="4169664"/>
            <a:ext cx="1609344" cy="402336"/>
          </a:xfrm>
          <a:prstGeom prst="rect">
            <a:avLst/>
          </a:prstGeom>
          <a:solidFill>
            <a:srgbClr val="0D0A1C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22192" y="42062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22192" y="43708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diff only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449824" y="4169664"/>
            <a:ext cx="1609344" cy="402336"/>
          </a:xfrm>
          <a:prstGeom prst="rect">
            <a:avLst/>
          </a:prstGeom>
          <a:solidFill>
            <a:srgbClr val="0D0A1C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22976" y="42062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22976" y="43708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write files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150608" y="4169664"/>
            <a:ext cx="1609344" cy="402336"/>
          </a:xfrm>
          <a:prstGeom prst="rect">
            <a:avLst/>
          </a:prstGeom>
          <a:solidFill>
            <a:srgbClr val="0D0A1C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42062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223760" y="43708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sensitive work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Auto-Split Rules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applies these mechanically — not by judgment. Multiple rules can fire at once.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7472" y="969264"/>
            <a:ext cx="8449056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9692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task…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59552" y="9692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Fires…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1316736"/>
            <a:ext cx="8449056" cy="548640"/>
          </a:xfrm>
          <a:prstGeom prst="rect">
            <a:avLst/>
          </a:prstGeom>
          <a:solidFill>
            <a:srgbClr val="13102B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38988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Involves schema change, new route, new view, or auth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68112" y="1426464"/>
            <a:ext cx="3200400" cy="329184"/>
          </a:xfrm>
          <a:prstGeom prst="rect">
            <a:avLst/>
          </a:prstGeom>
          <a:solidFill>
            <a:srgbClr val="1A1030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1264" y="1426464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first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1938528"/>
            <a:ext cx="8449056" cy="548640"/>
          </a:xfrm>
          <a:prstGeom prst="rect">
            <a:avLst/>
          </a:prstGeom>
          <a:solidFill>
            <a:srgbClr val="0D0A1C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201168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≥ 3 files OR spans both client/ and server/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68112" y="2048256"/>
            <a:ext cx="3200400" cy="329184"/>
          </a:xfrm>
          <a:prstGeom prst="rect">
            <a:avLst/>
          </a:prstGeom>
          <a:solidFill>
            <a:srgbClr val="1A10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41264" y="2048256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2560320"/>
            <a:ext cx="8449056" cy="548640"/>
          </a:xfrm>
          <a:prstGeom prst="rect">
            <a:avLst/>
          </a:prstGeom>
          <a:solidFill>
            <a:srgbClr val="13102B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263347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concrete bug or failing test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68112" y="2670048"/>
            <a:ext cx="3200400" cy="329184"/>
          </a:xfrm>
          <a:prstGeom prst="rect">
            <a:avLst/>
          </a:prstGeom>
          <a:solidFill>
            <a:srgbClr val="1A103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41264" y="2670048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3182112"/>
            <a:ext cx="8449056" cy="548640"/>
          </a:xfrm>
          <a:prstGeom prst="rect">
            <a:avLst/>
          </a:prstGeom>
          <a:solidFill>
            <a:srgbClr val="0D0A1C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325526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ambiguous (no clear file list)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68112" y="3291840"/>
            <a:ext cx="3200400" cy="329184"/>
          </a:xfrm>
          <a:prstGeom prst="rect">
            <a:avLst/>
          </a:prstGeom>
          <a:solidFill>
            <a:srgbClr val="1A1030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41264" y="3291840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to scope 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3803904"/>
            <a:ext cx="8449056" cy="548640"/>
          </a:xfrm>
          <a:prstGeom prst="rect">
            <a:avLst/>
          </a:prstGeom>
          <a:solidFill>
            <a:srgbClr val="13102B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387705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implementation happened this session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68112" y="3913632"/>
            <a:ext cx="3200400" cy="329184"/>
          </a:xfrm>
          <a:prstGeom prst="rect">
            <a:avLst/>
          </a:prstGeom>
          <a:solidFill>
            <a:srgbClr val="1A1030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41264" y="3913632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before declaring done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4048" y="451713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+ Implementer can dispatch in the same message — they run in parallel.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Modes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/orchestrate [mode] &lt;task&gt;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042416"/>
            <a:ext cx="8449056" cy="621792"/>
          </a:xfrm>
          <a:prstGeom prst="rect">
            <a:avLst/>
          </a:prstGeom>
          <a:solidFill>
            <a:srgbClr val="13102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42416"/>
            <a:ext cx="54864" cy="6217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170432"/>
            <a:ext cx="877824" cy="310896"/>
          </a:xfrm>
          <a:prstGeom prst="rect">
            <a:avLst/>
          </a:prstGeom>
          <a:solidFill>
            <a:srgbClr val="1A1030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70432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36192" y="11338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only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36192" y="1371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self-contained task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230368" y="11338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30368" y="133502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self-contained task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1755648"/>
            <a:ext cx="8449056" cy="621792"/>
          </a:xfrm>
          <a:prstGeom prst="rect">
            <a:avLst/>
          </a:prstGeom>
          <a:solidFill>
            <a:srgbClr val="13102B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1755648"/>
            <a:ext cx="54864" cy="6217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1883664"/>
            <a:ext cx="877824" cy="310896"/>
          </a:xfrm>
          <a:prstGeom prst="rect">
            <a:avLst/>
          </a:prstGeom>
          <a:solidFill>
            <a:srgbClr val="1A10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1883664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36192" y="18470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+ Implementer/Debugger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36192" y="2084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code changes, no design needed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30368" y="18470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30368" y="204825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code changes, no design needed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2468880"/>
            <a:ext cx="8449056" cy="621792"/>
          </a:xfrm>
          <a:prstGeom prst="rect">
            <a:avLst/>
          </a:prstGeom>
          <a:solidFill>
            <a:srgbClr val="13102B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2468880"/>
            <a:ext cx="54864" cy="6217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2596896"/>
            <a:ext cx="877824" cy="310896"/>
          </a:xfrm>
          <a:prstGeom prst="rect">
            <a:avLst/>
          </a:prstGeom>
          <a:solidFill>
            <a:srgbClr val="1A1030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596896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36192" y="25603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+ Architect/Critic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36192" y="27980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or review only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230368" y="2560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30368" y="276148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or review only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" y="3182112"/>
            <a:ext cx="8449056" cy="621792"/>
          </a:xfrm>
          <a:prstGeom prst="rect">
            <a:avLst/>
          </a:prstGeom>
          <a:solidFill>
            <a:srgbClr val="13102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3182112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310128"/>
            <a:ext cx="877824" cy="310896"/>
          </a:xfrm>
          <a:prstGeom prst="rect">
            <a:avLst/>
          </a:prstGeom>
          <a:solidFill>
            <a:srgbClr val="1A103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31012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36192" y="32735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only, reads debugger.md first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536192" y="35112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with a repro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230368" y="32735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30368" y="347472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with a repro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7472" y="3895344"/>
            <a:ext cx="8449056" cy="621792"/>
          </a:xfrm>
          <a:prstGeom prst="rect">
            <a:avLst/>
          </a:prstGeom>
          <a:solidFill>
            <a:srgbClr val="13102B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7472" y="3895344"/>
            <a:ext cx="54864" cy="6217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0352" y="4023360"/>
            <a:ext cx="877824" cy="310896"/>
          </a:xfrm>
          <a:prstGeom prst="rect">
            <a:avLst/>
          </a:prstGeom>
          <a:solidFill>
            <a:srgbClr val="1A10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4023360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536192" y="39867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agents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536192" y="42245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feature or pre-merge review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230368" y="39867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230368" y="41879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feature or pre-merge review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Watch It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804672"/>
            <a:ext cx="8449056" cy="420624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80467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/orchestrate full add parent dashboard with student-controlled data sharing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371600"/>
            <a:ext cx="4114800" cy="566928"/>
          </a:xfrm>
          <a:prstGeom prst="rect">
            <a:avLst/>
          </a:prstGeom>
          <a:solidFill>
            <a:srgbClr val="13102B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517904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44475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reads CLAUDE.md — notes parent dashboard is Priority #1, sees FERPA rules.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2029968"/>
            <a:ext cx="4114800" cy="566928"/>
          </a:xfrm>
          <a:prstGeom prst="rect">
            <a:avLst/>
          </a:prstGeom>
          <a:solidFill>
            <a:srgbClr val="13102B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217627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2103120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Auto-split fires: new view + auth decision → Architect. Spans client+server → Implementer.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688336"/>
            <a:ext cx="4114800" cy="566928"/>
          </a:xfrm>
          <a:prstGeom prst="rect">
            <a:avLst/>
          </a:prstGeom>
          <a:solidFill>
            <a:srgbClr val="13102B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283464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2960" y="2761488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and Implementer dispatch in parallel — simultaneously, separate context windows.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3346704"/>
            <a:ext cx="4114800" cy="566928"/>
          </a:xfrm>
          <a:prstGeom prst="rect">
            <a:avLst/>
          </a:prstGeom>
          <a:solidFill>
            <a:srgbClr val="13102B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349300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22960" y="3419856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returns: schema options, FERPA consent model, share-code design.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4005072"/>
            <a:ext cx="4114800" cy="566928"/>
          </a:xfrm>
          <a:prstGeom prst="rect">
            <a:avLst/>
          </a:prstGeom>
          <a:solidFill>
            <a:srgbClr val="13102B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4151376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" y="4078224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reviews memo, scopes the implementation, briefs Implementer with explicit file list.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81728" y="1371600"/>
            <a:ext cx="4114800" cy="566928"/>
          </a:xfrm>
          <a:prstGeom prst="rect">
            <a:avLst/>
          </a:prstGeom>
          <a:solidFill>
            <a:srgbClr val="13102B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73168" y="1517904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57216" y="144475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Implementer writes the code, bounded to delegated files only.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81728" y="2029968"/>
            <a:ext cx="4114800" cy="566928"/>
          </a:xfrm>
          <a:prstGeom prst="rect">
            <a:avLst/>
          </a:prstGeom>
          <a:solidFill>
            <a:srgbClr val="13102B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3168" y="217627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157216" y="2103120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Auto-split fires again: implementation happened → Critic dispatches automatically.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81728" y="2688336"/>
            <a:ext cx="4114800" cy="566928"/>
          </a:xfrm>
          <a:prstGeom prst="rect">
            <a:avLst/>
          </a:prstGeom>
          <a:solidFill>
            <a:srgbClr val="13102B"/>
          </a:solidFill>
          <a:ln w="6350">
            <a:solidFill>
              <a:srgbClr val="2A20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73168" y="283464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157216" y="2761488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returns: ranked risk memo with P0/P1/P2 issues flagged.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81728" y="3346704"/>
            <a:ext cx="4114800" cy="566928"/>
          </a:xfrm>
          <a:prstGeom prst="rect">
            <a:avLst/>
          </a:prstGeom>
          <a:solidFill>
            <a:srgbClr val="0F1F1C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73168" y="349300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157216" y="3419856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fixes P0s, opens draft PR. Done.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HIGHLANDS AI CLUB  ·  REID SENDROFF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47472" y="969264"/>
            <a:ext cx="2688336" cy="2633472"/>
          </a:xfrm>
          <a:prstGeom prst="rect">
            <a:avLst/>
          </a:prstGeom>
          <a:solidFill>
            <a:srgbClr val="0D0A1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69264"/>
            <a:ext cx="2688336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97280"/>
            <a:ext cx="23591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build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12064" y="2212848"/>
            <a:ext cx="329184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340864"/>
            <a:ext cx="23591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dispatches multiple agents in parallel. A feature that took hours of back-and-forth can be scoped, built, and reviewed in one session.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63824" y="969264"/>
            <a:ext cx="2688336" cy="2633472"/>
          </a:xfrm>
          <a:prstGeom prst="rect">
            <a:avLst/>
          </a:prstGeom>
          <a:solidFill>
            <a:srgbClr val="0D0A1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3824" y="969264"/>
            <a:ext cx="2688336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1097280"/>
            <a:ext cx="23591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28416" y="2212848"/>
            <a:ext cx="329184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2340864"/>
            <a:ext cx="23591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 agent adversarially reviews every implementation before it merges. You get a P0/P1/P2 risk report automatically — before you ever run the code.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0176" y="969264"/>
            <a:ext cx="2688336" cy="2633472"/>
          </a:xfrm>
          <a:prstGeom prst="rect">
            <a:avLst/>
          </a:prstGeom>
          <a:solidFill>
            <a:srgbClr val="0D0A1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0176" y="969264"/>
            <a:ext cx="2688336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097280"/>
            <a:ext cx="23591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guardrails.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44768" y="2212848"/>
            <a:ext cx="329184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2340864"/>
            <a:ext cx="23591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work never gets delegated. Auth, migrations, FERPA data — the orchestrator handles these directly. Agents operate in bounded contexts.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767328"/>
            <a:ext cx="8449056" cy="1042416"/>
          </a:xfrm>
          <a:prstGeom prst="rect">
            <a:avLst/>
          </a:prstGeom>
          <a:solidFill>
            <a:srgbClr val="0A0818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767328"/>
            <a:ext cx="64008" cy="10424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404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07822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developer.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expert agents.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like a team.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27248" y="3840480"/>
            <a:ext cx="54498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works for any serious project. Pick a task. Write the orchestrator rules. Define your agents. The system handles the rest.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Agentic System — MyClassPal</dc:title>
  <dc:subject>PptxGenJS Presentation</dc:subject>
  <dc:creator>PptxGenJS</dc:creator>
  <cp:lastModifiedBy>PptxGenJS</cp:lastModifiedBy>
  <cp:revision>1</cp:revision>
  <dcterms:created xsi:type="dcterms:W3CDTF">2026-04-27T04:33:01Z</dcterms:created>
  <dcterms:modified xsi:type="dcterms:W3CDTF">2026-04-27T04:33:01Z</dcterms:modified>
</cp:coreProperties>
</file>