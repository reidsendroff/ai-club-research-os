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SENDROFF  ·  NORTHERN HIGHLANDS AI CLUB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01168" y="420624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01168" y="11521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tutor that knows your students' actual coursework.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499616"/>
            <a:ext cx="384048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6276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01168" y="184708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Canvas.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have a plan.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" y="2523744"/>
            <a:ext cx="4041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pile up. Deadlines blur. Students study passively — or not at all. The gap between effort and actual understanding is where students fall behind. MyClassPal closes it, using their own Canvas content.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3438144"/>
            <a:ext cx="4041648" cy="548640"/>
          </a:xfrm>
          <a:prstGeom prst="rect">
            <a:avLst/>
          </a:prstGeom>
          <a:solidFill>
            <a:srgbClr val="1A10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345643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high school sophomore.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data models. 21 features. Shipped to production.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4553712"/>
            <a:ext cx="14630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6592" y="274320"/>
            <a:ext cx="2148840" cy="204825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274320"/>
            <a:ext cx="21488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402336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Integration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64608" y="713232"/>
            <a:ext cx="292608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822960"/>
            <a:ext cx="18928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Canvas API endpoints. Pulls courses, assignments, rubrics, quizzes, PDFs, and due dates — automatically. AES-256-GCM encrypted tokens. No IT approval required; each student controls their own key.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274320"/>
            <a:ext cx="2148840" cy="204825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274320"/>
            <a:ext cx="21488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402336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Mode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23176" y="713232"/>
            <a:ext cx="292608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23176" y="822960"/>
            <a:ext cx="18928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4-quadrant confidence-accuracy matrix. Three rigor gates: Quick (75%), Balanced (85%), Thorough (95%). Adaptive question selection with cooldown. Requires 8+ weighted attempts — mastery must be earned, not clicked through.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6592" y="2414016"/>
            <a:ext cx="2148840" cy="204825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2414016"/>
            <a:ext cx="21488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54203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Skills + Self-Awareness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64608" y="2852928"/>
            <a:ext cx="292608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962656"/>
            <a:ext cx="18928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mastery %, momentum, confidence calibration, and a Self-Awareness Score — whether students know what they know. Spaced repetition at 3/7/14/21-day intervals. Research shows metacognition is one of the highest-leverage predictors of long-term learning.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95160" y="2414016"/>
            <a:ext cx="2148840" cy="204825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95160" y="2414016"/>
            <a:ext cx="214884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176" y="254203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Zero Trackers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123176" y="2852928"/>
            <a:ext cx="292608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23176" y="2962656"/>
            <a:ext cx="18928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Google Analytics. No Facebook Pixel. No Mixpanel. Zero third-party trackers in the student app. Passwords: bcrypt. Tokens: AES-256-GCM. Student data is never sold. Most ed-tech can’t say this.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Your School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0350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myclasspal.ai  ·  Reid Sendroff  ·  Northern Highlands AI Club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2651760" cy="85953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endpoints synced — courses, assignments, rubrics, quizzes, PDFs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63824" y="914400"/>
            <a:ext cx="2651760" cy="85953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93268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73552" y="138988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trackers in the student app — no Google Analytics, no Pixel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80176" y="914400"/>
            <a:ext cx="2651760" cy="859536"/>
          </a:xfrm>
          <a:prstGeom prst="rect">
            <a:avLst/>
          </a:prstGeom>
          <a:solidFill>
            <a:srgbClr val="13102B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93268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89904" y="1389888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— 5-minute setup, no IT approval, no school-level contract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920240"/>
            <a:ext cx="2761488" cy="1755648"/>
          </a:xfrm>
          <a:prstGeom prst="rect">
            <a:avLst/>
          </a:prstGeom>
          <a:solidFill>
            <a:srgbClr val="0F1F1C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920240"/>
            <a:ext cx="2761488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299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Know What They Know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377440"/>
            <a:ext cx="292608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487168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Self-Awareness Score measures metacognition over 6 weeks. The EF coaching toolkit supports students with ADHD across 5 dimensions: planning, organization, time management, task initiation, and self-monitoring. This isn't a study app — it's a learning system.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920240"/>
            <a:ext cx="2761488" cy="1755648"/>
          </a:xfrm>
          <a:prstGeom prst="rect">
            <a:avLst/>
          </a:prstGeom>
          <a:solidFill>
            <a:srgbClr val="0F1F1C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920240"/>
            <a:ext cx="276148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20299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Refuses to Cheat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28416" y="2377440"/>
            <a:ext cx="292608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487168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homework guardrail is adversarially tested. Students who try to use it to write their essay or solve their problem set are refused — by design. Prompt-injection attempts on AP Free Response are treated as no submission. AI guides. Students do the work.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53328" y="1920240"/>
            <a:ext cx="2761488" cy="1755648"/>
          </a:xfrm>
          <a:prstGeom prst="rect">
            <a:avLst/>
          </a:prstGeom>
          <a:solidFill>
            <a:srgbClr val="0F1F1C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1920240"/>
            <a:ext cx="2761488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0299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Built 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2377440"/>
            <a:ext cx="292608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2487168"/>
            <a:ext cx="25054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OpenAI has an outage, a circuit breaker auto-routes to Anthropic Claude within 60 seconds. A warm standby pool pre-generates emergency questions each session. Students never see “sorry, AI is down.” A live admin endpoint shows real-time failure rates and fallback status.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3822192"/>
            <a:ext cx="8449056" cy="987552"/>
          </a:xfrm>
          <a:prstGeom prst="rect">
            <a:avLst/>
          </a:prstGeom>
          <a:solidFill>
            <a:srgbClr val="0D0A20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822192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877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" y="405993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guides.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think.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stays theirs.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82112" y="3877056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 data is never sold or shared with third parties.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16752" y="3877056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Zero third-party tracking SDKs — not even Google Analytics.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82112" y="427939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never writes student work — homework guardrail is adversarially tested.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16752" y="427939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parent dashboard yet — intentional, so consent is built correctly from the start.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MyClassPal.ai — Reid Sendroff</dc:title>
  <dc:subject>PptxGenJS Presentation</dc:subject>
  <dc:creator>PptxGenJS</dc:creator>
  <cp:lastModifiedBy>PptxGenJS</cp:lastModifiedBy>
  <cp:revision>1</cp:revision>
  <dcterms:created xsi:type="dcterms:W3CDTF">2026-04-22T01:59:37Z</dcterms:created>
  <dcterms:modified xsi:type="dcterms:W3CDTF">2026-04-22T01:59:37Z</dcterms:modified>
</cp:coreProperties>
</file>