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SENDROFF  ·  NORTHERN HIGHLANDS AI CLUB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tutor built on your students’ actual coursework.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347472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700784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don’t study.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perform studying.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" y="261518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 closes the gap between effort and actual understanding—using the Canvas content they already have.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" y="3419856"/>
            <a:ext cx="4069080" cy="475488"/>
          </a:xfrm>
          <a:prstGeom prst="rect">
            <a:avLst/>
          </a:prstGeom>
          <a:solidFill>
            <a:srgbClr val="1A10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34381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high school sophomore. Shipped to production.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" y="4572000"/>
            <a:ext cx="13716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4572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19472" y="320040"/>
            <a:ext cx="1335024" cy="4480560"/>
          </a:xfrm>
          <a:prstGeom prst="rect">
            <a:avLst/>
          </a:prstGeom>
          <a:solidFill>
            <a:srgbClr val="13102B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320040"/>
            <a:ext cx="1335024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50292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Canvas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0" y="1417320"/>
            <a:ext cx="27432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563624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 courses, assignments, and deadlines automatically. Nothing generic.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45936" y="320040"/>
            <a:ext cx="1335024" cy="4480560"/>
          </a:xfrm>
          <a:prstGeom prst="rect">
            <a:avLst/>
          </a:prstGeom>
          <a:solidFill>
            <a:srgbClr val="13102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320040"/>
            <a:ext cx="1335024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50292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mastery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55664" y="1417320"/>
            <a:ext cx="27432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1563624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prove understanding through practice—not by clicking “complete.”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320040"/>
            <a:ext cx="1335024" cy="4480560"/>
          </a:xfrm>
          <a:prstGeom prst="rect">
            <a:avLst/>
          </a:prstGeom>
          <a:solidFill>
            <a:srgbClr val="13102B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320040"/>
            <a:ext cx="1335024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50292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tracking. Ever.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82128" y="1417320"/>
            <a:ext cx="27432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2128" y="1563624"/>
            <a:ext cx="11155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trackers. Student data is never sold. Free to start.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4630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School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6035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  ·  Reid Sendroff  ·  Northern Highlands AI Club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47472" y="950976"/>
            <a:ext cx="2688336" cy="2560320"/>
          </a:xfrm>
          <a:prstGeom prst="rect">
            <a:avLst/>
          </a:prstGeom>
          <a:solidFill>
            <a:srgbClr val="0D0A1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50976"/>
            <a:ext cx="2688336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3385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won’t write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essay.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12064" y="2414016"/>
            <a:ext cx="329184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56032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is adversarially tested. Students who try get refused—by design.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3824" y="950976"/>
            <a:ext cx="2688336" cy="2560320"/>
          </a:xfrm>
          <a:prstGeom prst="rect">
            <a:avLst/>
          </a:prstGeom>
          <a:solidFill>
            <a:srgbClr val="0D0A1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950976"/>
            <a:ext cx="2688336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13385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 isn’t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28416" y="2414016"/>
            <a:ext cx="329184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56032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Google Analytics. No trackers. Zero. Student data is never sold.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0176" y="950976"/>
            <a:ext cx="2688336" cy="2560320"/>
          </a:xfrm>
          <a:prstGeom prst="rect">
            <a:avLst/>
          </a:prstGeom>
          <a:solidFill>
            <a:srgbClr val="0D0A1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0176" y="950976"/>
            <a:ext cx="2688336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13385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44768" y="2414016"/>
            <a:ext cx="329184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56032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Free. 5-minute setup. No IT approval. No school-level contract.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675888"/>
            <a:ext cx="8449056" cy="1152144"/>
          </a:xfrm>
          <a:prstGeom prst="rect">
            <a:avLst/>
          </a:prstGeom>
          <a:solidFill>
            <a:srgbClr val="0A081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675888"/>
            <a:ext cx="64008" cy="11521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Ethics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4169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think.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stays theirs.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27248" y="3749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data is never sold or shared.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0176" y="3749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 third-party tracking SDKs.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27248" y="4224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never completes student work.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0176" y="4224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parent dashboard yet — consent is being built correctly from the start.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MyClassPal.ai — Reid Sendroff</dc:title>
  <dc:subject>PptxGenJS Presentation</dc:subject>
  <dc:creator>PptxGenJS</dc:creator>
  <cp:lastModifiedBy>PptxGenJS</cp:lastModifiedBy>
  <cp:revision>1</cp:revision>
  <dcterms:created xsi:type="dcterms:W3CDTF">2026-04-22T04:06:56Z</dcterms:created>
  <dcterms:modified xsi:type="dcterms:W3CDTF">2026-04-22T04:06:56Z</dcterms:modified>
</cp:coreProperties>
</file>