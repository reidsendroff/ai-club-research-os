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73152" cy="49971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Club — Graphs,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Review &amp; Java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· DFS · Dijkstra · Competitive Programming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Highlands CS Club  ·  April 21, 2026  ·  Reid, Max &amp;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21,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53035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45720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8412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0789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3 problems from the contest — what they tested, how to solve them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38988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389888"/>
            <a:ext cx="45720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38988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14264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for CP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16642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standardizing on Java + the template you'll use in every contest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975104"/>
            <a:ext cx="8595360" cy="53035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975104"/>
            <a:ext cx="45720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7510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Basics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24942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graph is, adjacency lists, and how to represent one in code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56032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560320"/>
            <a:ext cx="45720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5603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25968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28346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First Search — recursive + iterative, connected components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145536"/>
            <a:ext cx="8595360" cy="53035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145536"/>
            <a:ext cx="45720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14553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3182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341985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First Search — shortest paths, grid traversal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730752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30752"/>
            <a:ext cx="45720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73075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" y="3767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40050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shortest paths — the natural extension of BFS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Review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problems · graph patterns · editorial walkthrough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Spring 2026 — How We Did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1A23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11680" cy="731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Problems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201168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822960"/>
            <a:ext cx="20116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450592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Average Solved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822960"/>
            <a:ext cx="201168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822960"/>
            <a:ext cx="201168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8-9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626864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Team Solved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03136" y="822960"/>
            <a:ext cx="201168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822960"/>
            <a:ext cx="201168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6803136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Teams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8595360" cy="100584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834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4 and 9 problems solved is </a:t>
            </a:r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algorithm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problems that stumped the club required graph traversal — BFS and DFS. That's what we're fixing today.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 of the 12 problems were directly solvable with BFS or DFS. We're walking through each 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Mycelium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🍄 Connected Components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74980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/ BFS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5029200" cy="2743200"/>
          </a:xfrm>
          <a:prstGeom prst="rect">
            <a:avLst/>
          </a:prstGeom>
          <a:solidFill>
            <a:srgbClr val="F8F9FB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280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627632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mapping an underground fungal network.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fungi (nodes) and M connections (edges), determine how many isolated mushroom networks exist.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fungi are in the same network if there is a path of connections between them.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N M on first line, then M lines each with u v (an undirected edge).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 number of distinct connected components.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207008"/>
            <a:ext cx="33832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1508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670048"/>
            <a:ext cx="33832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2971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0" y="3584448"/>
            <a:ext cx="3383280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361188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Insight: Count how many times you need to start a new DFS — each start = new component.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Nodes 1-2-3 are connected, nodes 4-5 are connected → 2 components. Node 5 is isolated if alone.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Mycelium — Java Solution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🍄 DFS Connected Components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ArrayList&lt;Integer&gt;[] adj;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boolean[] visited;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dfs(int node)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visited[node] = true;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neighbor : adj[node])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(!visited[neighbor]) dfs(neighbor);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throws IOException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BufferedReader br = new BufferedReader(new InputStreamReader(System.in));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StringTokenizer st = new StringTokenizer(br.readLine());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n = Integer.parseInt(st.nextToken());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m = Integer.parseInt(st.nextToken());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adj = new ArrayList[n + 1];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1; i &lt;= n; i++) adj[i] = new ArrayList&lt;&gt;();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 = new boolean[n + 1];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m;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 = new StringTokenizer(br.readLine());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u = Integer.parseInt(st.nextToken());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v = Integer.parseInt(st.nextToken());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adj[u].add(v); adj[v].add(u);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components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1; i &lt;= n;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(!visited[i]) { dfs(i); components++; }  // each unvisited start = new component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System.out.println(components);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Time: O(N + M)  ·  Space: O(N + M)  ·  The loop at the bottom is the key — count DFS starts.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Grid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BFS Shortest Path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74980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5029200" cy="2743200"/>
          </a:xfrm>
          <a:prstGeom prst="rect">
            <a:avLst/>
          </a:prstGeom>
          <a:solidFill>
            <a:srgbClr val="F8F9FB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280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627632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an R × C grid. Each cell is either open (.) or blocked (#).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at the top-left cell (0, 0), find the minimum number of steps to reach the bottom-right cell (R-1, C-1).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move up, down, left, or right — but not diagonally and not through walls.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the minimum steps, or -1 if it's impossible to reach.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207008"/>
            <a:ext cx="33832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1508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.##.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670048"/>
            <a:ext cx="33832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2971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0" y="3584448"/>
            <a:ext cx="3383280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361188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Insight: BFS explores all cells at distance 1, then distance 2... so the first time you reach the destination it's the shortest path.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DFS would also reach the destination — but it won't give you the minimum steps. That's why this problem requires BFS.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— Java Solution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BFS on a 2D Grid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throws IOException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BufferedReader br = new BufferedReader(new InputStreamReader(System.in));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StringTokenizer st = new StringTokenizer(br.readLine());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R = Integer.parseInt(st.nextToken()), C = Integer.parseInt(st.nextToken());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char[][] grid = new char[R][C];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R; i++) grid[i] = br.readLine().toCharArray();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int[][] dist = new int[R][C];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(int[] row : dist) Arrays.fill(row, -1);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int[][] dirs = {{0,1},{0,-1},{1,0},{-1,0}};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Queue&lt;int[]&gt; q = new LinkedList&lt;&gt;();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q.add(new int[]{0, 0}); dist[0][0] = 0;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(!q.isEmpty())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int[] cur = q.poll();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r = cur[0], c = cur[1];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(int[] d : dirs)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int nr = r + d[0], nc = c + d[1];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(nr &gt;= 0 &amp;&amp; nr &lt; R &amp;&amp; nc &gt;= 0 &amp;&amp; nc &lt;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&amp;&amp; grid[nr][nc] != '#' &amp;&amp; dist[nr][nc] == -1)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dist[nr][nc] = dist[r][c] + 1;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q.add(new int[]{nr, nc});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System.out.println(dist[R-1][C-1]);  // -1 if unreachable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Four directions array is a standard CP pattern. dist[r][c] == -1 means unvisited. Works on any grid size.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Splitters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Directed Graph Reachability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74980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DFS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5029200" cy="2743200"/>
          </a:xfrm>
          <a:prstGeom prst="rect">
            <a:avLst/>
          </a:prstGeom>
          <a:solidFill>
            <a:srgbClr val="F8F9FB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280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627632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starts at node 1 and "splits" — it travels along every outgoing directed edge to that node's neighbors.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that receives the signal also splits it further to its own neighbors.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nodes and M directed edges, count how many nodes (including node 1) receive the signal.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Edges are one-directional — if node 1 → node 3 exists, the signal goes from 1 to 3, but NOT from 3 to 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207008"/>
            <a:ext cx="33832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1508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670048"/>
            <a:ext cx="33832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2971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0" y="3584448"/>
            <a:ext cx="3383280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361188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Insight: BFS/DFS from node 1 on a DIRECTED graph. DO NOT add reverse edges — direction matters here.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1 → 2 → {3, 4}. All 4 nodes reachable. This is identical to Mycelium but directed — one line of code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— Java Solution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09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BFS on Directed Graph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throws IOException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BufferedReader br = new BufferedReader(new InputStreamReader(System.in));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StringTokenizer st = new StringTokenizer(br.readLine());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n = Integer.parseInt(st.nextToken());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m = Integer.parseInt(st.nextToken());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ArrayList&lt;Integer&gt;[] adj = new ArrayList[n + 1];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1; i &lt;= n; i++) adj[i] = new ArrayList&lt;&gt;();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m;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 = new StringTokenizer(br.readLine());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u = Integer.parseInt(st.nextToken());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v = Integer.parseInt(st.nextToken());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adj[u].add(v);          // DIRECTED: only u -&gt; v, NOT v -&gt; 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boolean[] visited = new boolean[n + 1];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Queue&lt;Integer&gt; queue = new LinkedList&lt;&gt;();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queue.add(1); visited[1] = true;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count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(!queue.isEmpty())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node = queue.poll(); count++;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(int neighbor : adj[node])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(!visited[neighbor]) { visited[neighbor] = true; queue.add(neighbor);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System.out.println(count);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only difference from undirected BFS: we DON'T add adj[v].add(u). One line removed = directed graph.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for CP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I/O · adjacency lists · the template you'll use forever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Java for Competitive Programming?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11680" cy="539496"/>
          </a:xfrm>
          <a:prstGeom prst="rect">
            <a:avLst/>
          </a:prstGeom>
          <a:solidFill>
            <a:srgbClr val="1A237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0392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23160" y="804672"/>
            <a:ext cx="2103120" cy="539496"/>
          </a:xfrm>
          <a:prstGeom prst="rect">
            <a:avLst/>
          </a:prstGeom>
          <a:solidFill>
            <a:srgbClr val="1A237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850392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804672"/>
            <a:ext cx="2103120" cy="539496"/>
          </a:xfrm>
          <a:prstGeom prst="rect">
            <a:avLst/>
          </a:prstGeom>
          <a:solidFill>
            <a:srgbClr val="1A237E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50392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2280" y="804672"/>
            <a:ext cx="2103120" cy="539496"/>
          </a:xfrm>
          <a:prstGeom prst="rect">
            <a:avLst/>
          </a:prstGeom>
          <a:solidFill>
            <a:srgbClr val="1A237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850392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389888"/>
            <a:ext cx="20116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35608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1389888"/>
            <a:ext cx="21031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435608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TLE often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389888"/>
            <a:ext cx="2103120" cy="539496"/>
          </a:xfrm>
          <a:prstGeom prst="rect">
            <a:avLst/>
          </a:prstGeom>
          <a:solidFill>
            <a:srgbClr val="EBF8FF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435608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Always fast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389888"/>
            <a:ext cx="21031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435608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1975104"/>
            <a:ext cx="2011680" cy="539496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020824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Standard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23160" y="1975104"/>
            <a:ext cx="2103120" cy="539496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020824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tier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1975104"/>
            <a:ext cx="2103120" cy="539496"/>
          </a:xfrm>
          <a:prstGeom prst="rect">
            <a:avLst/>
          </a:prstGeom>
          <a:solidFill>
            <a:srgbClr val="EBF8FF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020824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tier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12280" y="1975104"/>
            <a:ext cx="2103120" cy="539496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020824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tier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2560320"/>
            <a:ext cx="20116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606040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CSA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23160" y="2560320"/>
            <a:ext cx="21031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2606040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17720" y="2560320"/>
            <a:ext cx="2103120" cy="539496"/>
          </a:xfrm>
          <a:prstGeom prst="rect">
            <a:avLst/>
          </a:prstGeom>
          <a:solidFill>
            <a:srgbClr val="EBF8FF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606040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You know 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12280" y="2560320"/>
            <a:ext cx="21031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2606040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3145536"/>
            <a:ext cx="2011680" cy="539496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191256"/>
            <a:ext cx="1828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learn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423160" y="3145536"/>
            <a:ext cx="2103120" cy="539496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3191256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know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17720" y="3145536"/>
            <a:ext cx="2103120" cy="539496"/>
          </a:xfrm>
          <a:prstGeom prst="rect">
            <a:avLst/>
          </a:prstGeom>
          <a:solidFill>
            <a:srgbClr val="EBF8FF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191256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12280" y="3145536"/>
            <a:ext cx="2103120" cy="539496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191256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year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C++ is faster but Java is always fast enough. Half the room knows Java from AP CSA. Starting now is a head start.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CP Template — Copy This Forever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97280"/>
            <a:ext cx="837590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ArrayList&lt;Integer&gt;[] adj;   // adjacency list (1-indexed)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boolean[] visited;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throws IOException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BufferedReader br = new BufferedReader(new InputStreamReader(System.in));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PrintWriter out = new PrintWriter(new BufferedWriter(new OutputStreamWriter(System.out)));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StringTokenizer st;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 = new StringTokenizer(br.readLine());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n = Integer.parseInt(st.nextToken());  // nodes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m = Integer.parseInt(st.nextToken());  // edges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adj = new ArrayList[n + 1];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1; i &lt;= n; i++) adj[i] = new ArrayList&lt;&gt;();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 = new boolean[n + 1];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m;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 = new StringTokenizer(br.readLine());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u = Integer.parseInt(st.nextToken());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v = Integer.parseInt(st.nextToken());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adj[u].add(v); adj[v].add(u);   // remove second line for directed graph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your solution here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out.flush();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6634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BufferedReader + PrintWriter = fast I/O. StringTokenizer = fastest int parsing. 1-indexed = standard CP convention.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Fundamentals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· edges · directed · weighted · adjacency lists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Graph?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80467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640080" cy="8046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8595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(Vertex)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133856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in the graph. Could be a city, a person, a web page, or a fungi.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19072"/>
            <a:ext cx="640080" cy="8046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5564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➡️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048256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between two nodes. Could be directed (one-way) or undirected (two-way).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8595360" cy="80467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33472"/>
            <a:ext cx="640080" cy="8046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7004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6883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962656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with a number (cost, distance, time). Used in Dijkstra's algorithm.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0" cy="8046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58444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6027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graphs appear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877056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social networks, mazes, dependency trees, the internet, circuit boards.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Representations — Adjacency List vs Matrix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32918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95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Adjacency List  ← Use This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ArrayList&lt;Integer&gt;[] adj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Space: O(N + 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Iterate neighbors: O(degree)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0662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Standard for sparse graphs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Standard for ALL CP problems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114800" cy="3291840"/>
          </a:xfrm>
          <a:prstGeom prst="rect">
            <a:avLst/>
          </a:prstGeom>
          <a:solidFill>
            <a:srgbClr val="FFF5F5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795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Adjacency Matrix  ← Rare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2801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int[][] matrix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7556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Space: O(N²)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2311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Edge lookup: O(1)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70662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Only for dense graphs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18211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Rarely needed in practice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Default to adjacency list for every problem until you have a specific reason to use a matrix.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in Java — Building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97280"/>
            <a:ext cx="83759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adjacency list for n nodes (1-indexed)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ArrayList&lt;Integer&gt;[] adj = new ArrayList[n + 1];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 adj[i] = new ArrayList&lt;&gt;();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an undirected edge between u and 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adj[u].add(v);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adj[v].add(u);   // remove this line for directed graph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a weighted edge (store as int[]{neighbor, weight})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ArrayList&lt;int[]&gt;[] adjW = new ArrayList[n + 1];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 adjW[i] = new ArrayList&lt;&gt;();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adjW[u].add(new int[]{v, weight});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adjW[v].add(new int[]{u, weight});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Iterate all neighbors of node 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neighbor : adj[x])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do something with neighbor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977640"/>
            <a:ext cx="54864" cy="32918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941064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1-indexed: adj[1] to adj[n]. adj[0] is unused — avoids off-by-one errors.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977640"/>
            <a:ext cx="54864" cy="329184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88536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= add both directions. Directed = add only adj[u].add(v).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977640"/>
            <a:ext cx="54864" cy="32918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63600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graphs store int[] {neighbor, weight} instead of just int neighbor.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First Search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 before going wide · stack · recursive + iterative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— The Idea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exploring a maze. At every fork, you pick one path and follow it as far as it goes — until you hit a dead end. Then you backtrack to the last fork and try the next path.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8595360" cy="71323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719072"/>
            <a:ext cx="384048" cy="384048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093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current node as visited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901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infinite loops on graphs with cycles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523744"/>
            <a:ext cx="384048" cy="384048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4140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all neighbors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7066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neighbor not yet visited...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8595360" cy="71323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328416"/>
            <a:ext cx="384048" cy="384048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visit each neighbor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5112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as deep as possible before coming back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6849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4133088"/>
            <a:ext cx="384048" cy="384048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023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 automatically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3159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recursive call returns, you're back at the fork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— Recursive Implementation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97280"/>
            <a:ext cx="83759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dfs(int node)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visited[node] = true;              // mark as visited FIRST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neighbor : adj[node])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(!visited[neighbor]) {      // only visit unvisited nodes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dfs(neighbor);             // recursive call — goes deep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when we reach here, all paths from 'node' have been explored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 it from main: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(!visited[i])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dfs(i);    // start a new DFS from any unvisited node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069080"/>
            <a:ext cx="411480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4096512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Stack Overflow Risk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graphs with N &gt; ~10,000 nodes, recursion may hit Java's stack limit. Use the iterative version instead.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4069080"/>
            <a:ext cx="4206240" cy="822960"/>
          </a:xfrm>
          <a:prstGeom prst="rect">
            <a:avLst/>
          </a:prstGeom>
          <a:solidFill>
            <a:srgbClr val="F0FFF4"/>
          </a:solidFill>
          <a:ln w="12700">
            <a:solidFill>
              <a:srgbClr val="56D3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4096512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Small-medium graphs. Problems asking: does a path exist? How many components? Cycle detection?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— Iterative Implementation (Stack)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dfsIterative(int start)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Stack&lt;Integer&gt; stack = new Stack&lt;&gt;();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stack.push(start);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visited[start] = true;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(!stack.isEmpty())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node = stack.pop();             // take from TOP of stack (LIFO)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neighbor : adj[node])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(!visited[neighbor])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visited[neighbor] = true;   // mark visited BEFORE pushing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stack.push(neighbor);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difference from BFS: Stack (LIFO) instead of Queue (FIFO)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Stack.pop() goes deep; Queue.poll() goes wide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Rule: mark visited WHEN you push, not when you pop — prevents the same node being pushed multiple times.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Application — Connected Components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12064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97280"/>
            <a:ext cx="490118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 distinct connected 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components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(!visited[i])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dfs(i);        // explore entire component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components++;  // one more component found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System.out.println(components);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Assign component ID to each 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compId = new int[n + 1];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(!visited[i])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dfs(i, ++id, compId);  // label this component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749808"/>
            <a:ext cx="3291840" cy="3108960"/>
          </a:xfrm>
          <a:prstGeom prst="rect">
            <a:avLst/>
          </a:prstGeom>
          <a:solidFill>
            <a:srgbClr val="F8F9FB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822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Pattern Shows 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28016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🍄 Mycelium (CALICO) — count isolated fungal networks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175564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🏝️ Island counting — how many islands in a grid?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23113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Social networks — how many friend groups?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70662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Puzzle solver — are all pieces connected?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18211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Map coloring — which cities are in the same region?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outer for-loop is the key insight. Each time we start a new DFS on an unvisited node, we've found a new component.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— When To Use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1170432"/>
          </a:xfrm>
          <a:prstGeom prst="rect">
            <a:avLst/>
          </a:prstGeom>
          <a:solidFill>
            <a:srgbClr val="F8F9FB"/>
          </a:solidFill>
          <a:ln w="12700">
            <a:solidFill>
              <a:srgbClr val="56D3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640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Existence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path exist between node A and node B?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4206240" cy="1170432"/>
          </a:xfrm>
          <a:prstGeom prst="rect">
            <a:avLst/>
          </a:prstGeom>
          <a:solidFill>
            <a:srgbClr val="F8F9FB"/>
          </a:solidFill>
          <a:ln w="12700">
            <a:solidFill>
              <a:srgbClr val="56D3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194560"/>
            <a:ext cx="640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51560" y="221284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isolated regions or groups are there?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01568"/>
            <a:ext cx="4206240" cy="1170432"/>
          </a:xfrm>
          <a:prstGeom prst="rect">
            <a:avLst/>
          </a:prstGeom>
          <a:solidFill>
            <a:srgbClr val="F8F9FB"/>
          </a:solidFill>
          <a:ln w="12700">
            <a:solidFill>
              <a:srgbClr val="56D3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493008"/>
            <a:ext cx="640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51560" y="351129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85876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graph contain any cycles? (revisit = cycle)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804672"/>
            <a:ext cx="4206240" cy="1170432"/>
          </a:xfrm>
          <a:prstGeom prst="rect">
            <a:avLst/>
          </a:prstGeom>
          <a:solidFill>
            <a:srgbClr val="F8F9FB"/>
          </a:solidFill>
          <a:ln w="12700">
            <a:solidFill>
              <a:srgbClr val="56D3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896112"/>
            <a:ext cx="640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486400" y="9144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Sort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126187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tasks so all dependencies come first (DAGs only)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103120"/>
            <a:ext cx="4206240" cy="1170432"/>
          </a:xfrm>
          <a:prstGeom prst="rect">
            <a:avLst/>
          </a:prstGeom>
          <a:solidFill>
            <a:srgbClr val="F8F9FB"/>
          </a:solidFill>
          <a:ln w="12700">
            <a:solidFill>
              <a:srgbClr val="56D3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2194560"/>
            <a:ext cx="640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🌳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486400" y="221284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Problems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2560320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is natural on trees — height, diameter, subtree sums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First Search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by level · queue · shortest paths guaranteed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— The Idea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dropping a stone into a pond. The ripple expands outward — first it reaches everything 1 step away, then 2 steps, then 3... BFS works exactly like that.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8595360" cy="71323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719072"/>
            <a:ext cx="384048" cy="38404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093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start node to queue, mark visited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901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is FIFO — first in, first out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523744"/>
            <a:ext cx="384048" cy="38404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4140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front node, process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7066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node is at the current distance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8595360" cy="71323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328416"/>
            <a:ext cx="384048" cy="38404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unvisited neighbors to queue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5112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will be processed at distance + 1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6849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4133088"/>
            <a:ext cx="384048" cy="38404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023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queue is empty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3159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queue empties, all reachable nodes are visited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— Code with Distance Tracking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int[] bfs(int start, int n)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int[] dist = new int[n + 1];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Arrays.fill(dist, -1);          // -1 = unvisited / unreachable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Queue&lt;Integer&gt; queue = new LinkedList&lt;&gt;();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queue.add(start);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dist[start] = 0;                // distance from start to itself =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(!queue.isEmpty())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node = queue.poll();    // dequeue front (FIFO)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neighbor : adj[node])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(dist[neighbor] == -1) {          // not yet visited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dist[neighbor] = dist[node] + 1; // one step further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queue.add(neighbor);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dist;  // dist[v] = shortest path from start to v, or -1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dist[v] == -1 after BFS means v is unreachable from start. Otherwise dist[v] is the guaranteed shortest path.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on Grids — The Most Common Pattern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97280"/>
            <a:ext cx="83759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Standard grid BFS template — works for any maze/grid problem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int[][] dirs = {{0,1},{0,-1},{1,0},{-1,0}};   // right, left, down, 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int[][] dist = new int[rows][cols];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(int[] row : dist) Arrays.fill(row, -1);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Queue&lt;int[]&gt; q = new LinkedList&lt;&gt;();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q.add(new int[]{startR, startC});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dist[startR][startC] = 0;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(!q.isEmpty())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int[] cur = q.poll();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 = cur[0], c = cur[1];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(int[] d : dirs)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nr = r + d[0], nc = c + d[1];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(nr &gt;= 0 &amp;&amp; nr &lt; rows &amp;&amp; nc &gt;= 0 &amp;&amp; nc &lt; cols    // in bounds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&amp;&amp; grid[nr][nc] != '#'                           // not a wall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&amp;&amp; dist[nr][nc] == -1) {                        // not visited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dist[nr][nc] = dist[r][c] + 1;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q.add(new int[]{nr, nc});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069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This template solves: Grid (CALICO), maze problems, island problems, flood fill, minimum steps in any 2D map.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vs BFS — Decision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54680" y="749808"/>
            <a:ext cx="1280160" cy="126187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749808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8328" y="8412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"Minimum steps / shortest path?"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3502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guarantees shortest path. DFS does not.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13969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6D3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2139696"/>
            <a:ext cx="1280160" cy="126187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139696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" y="22311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a path exist?"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" y="27249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works but DFS is simpler to write.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52958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6D3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3529584"/>
            <a:ext cx="1280160" cy="126187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352958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8328" y="362102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components / regions?"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" y="4114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DFS starts = count components.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6D3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749808"/>
            <a:ext cx="1280160" cy="126187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749808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73168" y="8412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"Cycle detection?"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133502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back-edges naturally in DFS.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13969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0" y="2139696"/>
            <a:ext cx="1280160" cy="126187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139696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73168" y="22311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"Grid maze with min moves?"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27249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BFS template — always shortest.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52958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6D3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0" y="3529584"/>
            <a:ext cx="1280160" cy="126187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352958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773168" y="362102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"Topological sort?"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73168" y="4114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produces reverse topological order.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shortest path · priority queue · the next step after BFS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— The Idea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finds the shortest path when all edges cost 1. Dijkstra finds the shortest path when edges have different weights (costs, distances, times). Instead of a regular queue, it uses a priority queue — always process the nearest unvisited node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8595360" cy="585216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764792"/>
            <a:ext cx="365760" cy="36576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7007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dist[start] = 0, all others = 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7510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nothing yet — assume everything is unreachable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22576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423160"/>
            <a:ext cx="365760" cy="36576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3591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start to priority queue with priority 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always gives us the node with current minimum distance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80944"/>
            <a:ext cx="8595360" cy="585216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081528"/>
            <a:ext cx="365760" cy="36576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017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node with smallest distance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29184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choice — commit to the cheapest known path so far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739896"/>
            <a:ext cx="365760" cy="36576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6758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all outgoing edges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95020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dist[node] + weight &lt; dist[neighbor], update dist[neighbor]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8595360" cy="585216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398264"/>
            <a:ext cx="365760" cy="36576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33425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if already finalized (lazy deletion)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60857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 in PQ &gt; current dist[node], it's stale — skip it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— Java Implementation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59536"/>
            <a:ext cx="100584" cy="10058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859536"/>
            <a:ext cx="100584" cy="10058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859536"/>
            <a:ext cx="100584" cy="100584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97280"/>
            <a:ext cx="837590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adjW[u] = list of int[]{v, weight} — weighted adjacency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long[] dijkstra(int start, int 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long[] dist = new long[n + 1];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Arrays.fill(dist, Long.MAX_VALUE);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dist[start] = 0;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Priority queue: [distance, node] — sorted by distance (smallest first)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PriorityQueue&lt;long[]&gt; pq = new PriorityQueue&lt;&gt;(Comparator.comparingLong(a -&gt; a[0]));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pq.offer(new long[]{0, start});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(!pq.isEmpty())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long[] cur = pq.poll();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 d = cur[0]; int node = (int) cur[1];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 &gt; dist[node]) continue;   // stale entry (lazy deletion) — skip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(int[] edge : adjW[node])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next = edge[0]; long w = edge[1];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(dist[node] + w &lt; dist[next])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dist[next] = dist[node] + w;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pq.offer(new long[]{dist[next], next});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dist;   // dist[v] = shortest distance from start to 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4074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long not int for distances — weights can be large and overflow int. Long.MAX_VALUE = ∞. Lazy deletion = if (d &gt; dist[node]) continue.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— When To Use It + Algorithm Comparison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920240" cy="512064"/>
          </a:xfrm>
          <a:prstGeom prst="rect">
            <a:avLst/>
          </a:prstGeom>
          <a:solidFill>
            <a:srgbClr val="1A237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804672"/>
            <a:ext cx="2103120" cy="512064"/>
          </a:xfrm>
          <a:prstGeom prst="rect">
            <a:avLst/>
          </a:prstGeom>
          <a:solidFill>
            <a:srgbClr val="1A237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8412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804672"/>
            <a:ext cx="2103120" cy="512064"/>
          </a:xfrm>
          <a:prstGeom prst="rect">
            <a:avLst/>
          </a:prstGeom>
          <a:solidFill>
            <a:srgbClr val="1A237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412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804672"/>
            <a:ext cx="2377440" cy="512064"/>
          </a:xfrm>
          <a:prstGeom prst="rect">
            <a:avLst/>
          </a:prstGeom>
          <a:solidFill>
            <a:srgbClr val="1A237E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84124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353312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3898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1353312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13898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353312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3898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equal (1)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353312"/>
            <a:ext cx="2377440" cy="512064"/>
          </a:xfrm>
          <a:prstGeom prst="rect">
            <a:avLst/>
          </a:prstGeom>
          <a:solidFill>
            <a:srgbClr val="F3EE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3898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positive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901952"/>
            <a:ext cx="1920240" cy="512064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93852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1901952"/>
            <a:ext cx="2103120" cy="512064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19385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1901952"/>
            <a:ext cx="2103120" cy="512064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9385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Unweighted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1901952"/>
            <a:ext cx="2377440" cy="512064"/>
          </a:xfrm>
          <a:prstGeom prst="rect">
            <a:avLst/>
          </a:prstGeom>
          <a:solidFill>
            <a:srgbClr val="F3EE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9385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Weighted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450592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48716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2450592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24871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(recursion)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2450592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4871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(FIFO)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2450592"/>
            <a:ext cx="2377440" cy="512064"/>
          </a:xfrm>
          <a:prstGeom prst="rect">
            <a:avLst/>
          </a:prstGeom>
          <a:solidFill>
            <a:srgbClr val="F3EE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48716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999232"/>
            <a:ext cx="1920240" cy="512064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03580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0" y="2999232"/>
            <a:ext cx="2103120" cy="512064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30358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80560" y="2999232"/>
            <a:ext cx="2103120" cy="512064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0358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75120" y="2999232"/>
            <a:ext cx="2377440" cy="512064"/>
          </a:xfrm>
          <a:prstGeom prst="rect">
            <a:avLst/>
          </a:prstGeom>
          <a:solidFill>
            <a:srgbClr val="F3EE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303580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O((V+E) log V)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547872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5844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0" y="3547872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35844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80560" y="3547872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35844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steps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75120" y="3547872"/>
            <a:ext cx="2377440" cy="512064"/>
          </a:xfrm>
          <a:prstGeom prst="rect">
            <a:avLst/>
          </a:prstGeom>
          <a:solidFill>
            <a:srgbClr val="F3EE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358444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maps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Dijkstra does NOT work with negative edge weights. For negative weights, use Bellman-Ford (next semester).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Problems — Homework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71323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640080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005840"/>
            <a:ext cx="1005840" cy="329184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0058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877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Provinces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11704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connected components. Standard DFS.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0934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609344"/>
            <a:ext cx="640080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0934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1810512"/>
            <a:ext cx="1005840" cy="32918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18105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1682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in Binary Matrix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48840" y="197510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on a grid. Find minimum steps.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414016"/>
            <a:ext cx="8595360" cy="71323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414016"/>
            <a:ext cx="640080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41401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2615184"/>
            <a:ext cx="1005840" cy="329184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26151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48840" y="2487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Rooms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48840" y="277977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visit all rooms using collected keys?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21868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218688"/>
            <a:ext cx="640080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21868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05840" y="3419856"/>
            <a:ext cx="1005840" cy="32918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419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4884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Matrix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48840" y="358444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distance of each cell from nearest 0.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023360"/>
            <a:ext cx="8595360" cy="713232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023360"/>
            <a:ext cx="640080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2336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05840" y="4224528"/>
            <a:ext cx="1005840" cy="32918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4224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48840" y="4096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Delay Time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148840" y="43891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shortest path from source to all nodes.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462272"/>
            <a:ext cx="8595360" cy="594360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4622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Submit all solutions in Java — not Python. Use the CP template for every problem. Bring questions to next meeting.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The Curriculum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603504"/>
          </a:xfrm>
          <a:prstGeom prst="rect">
            <a:avLst/>
          </a:prstGeom>
          <a:solidFill>
            <a:srgbClr val="E1F7FB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941832"/>
            <a:ext cx="1463040" cy="32918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941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8778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7899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· BFS · Dijkstra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1618488"/>
            <a:ext cx="1463040" cy="32918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6184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5544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weeks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755648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 + SPFA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157984"/>
            <a:ext cx="8595360" cy="603504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2295144"/>
            <a:ext cx="1463040" cy="32918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2951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23113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weeks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432304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 (Kruskal / Prim)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2971800"/>
            <a:ext cx="1463040" cy="32918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971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90779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weeks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— Intro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511296"/>
            <a:ext cx="8595360" cy="603504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3648456"/>
            <a:ext cx="1463040" cy="32918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6484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5844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weeks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785616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DP (LIS, Knapsack, Grid DP)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4187952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4325112"/>
            <a:ext cx="1463040" cy="32918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43251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26110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weeks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6227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Contest — full CALICO-style practice round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graphs.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· BFS · Dijkstra · Connected Components · Grid Traversal · Weighted Shortest Paths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468880"/>
            <a:ext cx="6400800" cy="1828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254203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Meeting: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907792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Solve 3 practice problems — submit in Java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54480" y="331012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the CP template for every problem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54480" y="3712464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Check: usaco.guide/silver/graph-traversal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at the next meeting.  Let's build.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Club — Graphs, CALICO Review &amp; Java</dc:title>
  <dc:subject>PptxGenJS Presentation</dc:subject>
  <dc:creator>PptxGenJS</dc:creator>
  <cp:lastModifiedBy>PptxGenJS</cp:lastModifiedBy>
  <cp:revision>1</cp:revision>
  <dcterms:created xsi:type="dcterms:W3CDTF">2026-04-21T02:10:18Z</dcterms:created>
  <dcterms:modified xsi:type="dcterms:W3CDTF">2026-04-21T02:10:18Z</dcterms:modified>
</cp:coreProperties>
</file>