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92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Algorithms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Contest Ready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Club  •  Problem-Based Learning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2560320" y="3566160"/>
            <a:ext cx="402336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Graph?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4389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 graph is a collection of: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5EEAD4"/>
                </a:solidFill>
              </a:rPr>
              <a:t>Nodes (vertices)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The "things" — people, cities, pages, cells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5EEAD4"/>
                </a:solidFill>
              </a:rPr>
              <a:t>Edges (connections)</a:t>
            </a:r>
            <a:endParaRPr lang="en-US" sz="16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94A3B8"/>
                </a:solidFill>
              </a:rPr>
              <a:t>The "relationships" — friendships, roads, links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500" i="1" dirty="0">
                <a:solidFill>
                  <a:srgbClr val="F97316"/>
                </a:solidFill>
              </a:rPr>
              <a:t>Graphs model relationships between things.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Representing Graphs in Code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34747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114800" y="1097280"/>
            <a:ext cx="4754880" cy="329184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29768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Adjacency List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97680" y="1600200"/>
            <a:ext cx="4389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an adjacency list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"A": ["B", "D"],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"B": ["A", "C", "D"],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"C": ["B", "E"],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"D": ["A", "B", "E"],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"E": ["C", "D"]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build dynamically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defaultdict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defaultdict(list)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graph["A"].append("B")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List: For each node, store its neighbors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Depth-First Search (DFS)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as deep as possible before backtracking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31520"/>
            <a:ext cx="4114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023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dfs(node, visited, graph):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visited.add(node)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print(node)  # process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neighbor in graph[node]: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neighbor not in visited: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dfs(neighbor, visited,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graph)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DFS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visited = set()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dfs("A", visited, graph)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O(V + E)  •  Uses recursion (call stack)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Breadth-First Search (BFS)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level by level — finds shortest paths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731520"/>
            <a:ext cx="41148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71600"/>
            <a:ext cx="4389120" cy="310896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collections import deque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bfs(start, graph):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{start}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 = deque([start])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queue: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 = queue.popleft()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print(node)  # process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nbr in graph[node]: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nbr not in visited: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visited.add(nbr)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queue.append(nbr)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 O(V + E)  •  Uses a queue  •  Guarantees shortest path in unweighted graphs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DFS vs BFS — When to Use Which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 — Depth-First Search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EEAD4"/>
                </a:solidFill>
              </a:rPr>
              <a:t>Data structure: Stack / Recursion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Best for: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Exploring all paths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Connected components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Cycle detection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Topological sort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Backtracking problems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— Breadth-First 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3C5FD"/>
                </a:solidFill>
              </a:rPr>
              <a:t>Data structure: Queue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8FAFC"/>
                </a:solidFill>
              </a:rPr>
              <a:t>Best for: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Shortest path (unweighted)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Level-order traversal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Minimum steps problems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Multi-source spreading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Rotting Oranges-style problems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Connected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of nodes that can reach each other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14400"/>
            <a:ext cx="41148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371600"/>
            <a:ext cx="4206240" cy="292608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46304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count_components(graph, 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visited = set()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node in range(n):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node not in visited: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dfs(node, visited, graph)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count += 1  # new component!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Each time you start a new DFS from an unvisited node, that's a new component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Trees — A Special Kind of Graph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31520"/>
            <a:ext cx="41148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</a:rPr>
              <a:t>A tree is a graph with: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C4B5FD"/>
                </a:solidFill>
              </a:rPr>
              <a:t>N nodes, N-1 edges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C4B5FD"/>
                </a:solidFill>
              </a:rPr>
              <a:t>No cycles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C4B5FD"/>
                </a:solidFill>
              </a:rPr>
              <a:t>Fully connected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C4B5FD"/>
                </a:solidFill>
              </a:rPr>
              <a:t>Exactly one path between any two nodes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</a:rPr>
              <a:t>Why it matters in CP: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Trees show up everywhere — file systems, HTML, org charts, and dozens of contest problems every season.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Grids Are Graphs Too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LeetCode 200 — Number of Islands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20040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0" y="1188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EEAD4"/>
                </a:solidFill>
              </a:rPr>
              <a:t>Each cell = a node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EEAD4"/>
                </a:solidFill>
              </a:rPr>
              <a:t>Adjacent 1s = edges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97316"/>
                </a:solidFill>
              </a:rPr>
              <a:t>Each island = connected component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97316"/>
                </a:solidFill>
              </a:rPr>
              <a:t>Answer = number of components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2651760"/>
            <a:ext cx="4754880" cy="2103120"/>
          </a:xfrm>
          <a:prstGeom prst="rect">
            <a:avLst/>
          </a:prstGeom>
          <a:solidFill>
            <a:srgbClr val="1A1A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0" y="27432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numIslands(grid):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r in range(len(grid)):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c in range(len(grid[0])):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grid[r][c] == "1":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dfs(grid, r, c)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count +=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islands — 3 colors — 3 DFS calls from unvisited land cells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Structures for Graphs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set() — Visited Tracking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O(1) add and lookup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Track which nodes you've seen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Prevents infinite loops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9748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deque() — BFS Queue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O(1) popleft and append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First-In-First-Out (FIFO)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from collections import deque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97480" cy="320040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9748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1430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 / defaultdict — Graph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6916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Store adjacency lists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O(1) neighbor lookup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</a:rPr>
              <a:t>defaultdict(list) for building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Practice Problems — Start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 #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80160" y="1097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097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733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Fill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508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DFS on grid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47672"/>
            <a:ext cx="8229600" cy="4114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194767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Islands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4767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947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 + connected components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386584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3865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2386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Area of Island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23865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38658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DFS + tracking size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825496"/>
            <a:ext cx="8229600" cy="4114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282549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994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Rotting Oranges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2825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28254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BFS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264408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26440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326440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Matrix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0" y="32644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3264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BFS shortest distance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1620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7033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280160" y="3703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Graph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37033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37033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list traversal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142232"/>
            <a:ext cx="8229600" cy="4114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" y="414223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280160" y="4142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Schedule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414223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4142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detection / topo sort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Flood Fill. If you can solve that, you can solve Number of Islands. Then keep going.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Go Solve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210312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097280"/>
            <a:ext cx="640080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54480" y="12344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VJudge Graph Competition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vjudge.net/contest/796073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EEAD4"/>
                </a:solidFill>
              </a:rPr>
              <a:t>Graph problems from today's lesson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EEAD4"/>
                </a:solidFill>
              </a:rPr>
              <a:t>Public leaderboard — compete against the club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97316"/>
                </a:solidFill>
              </a:rPr>
              <a:t>We're watching the leaderboard.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Contest Season Is Now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RUCP &amp; CALICO — April 11   •   CMIMC — April 18   •   PClassic — Late April   •   TSA States — May 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Graphs show up in every single one of these.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Microsoft Office PowerPoint</Application>
  <PresentationFormat>On-screen Show (16:9)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Algorithms — From Zero to Contest Ready</dc:title>
  <dc:subject>PptxGenJS Presentation</dc:subject>
  <dc:creator>CS Club Leadership</dc:creator>
  <cp:lastModifiedBy>Reid S</cp:lastModifiedBy>
  <cp:revision>1</cp:revision>
  <dcterms:created xsi:type="dcterms:W3CDTF">2026-03-16T23:56:18Z</dcterms:created>
  <dcterms:modified xsi:type="dcterms:W3CDTF">2026-04-21T02:21:57Z</dcterms:modified>
</cp:coreProperties>
</file>