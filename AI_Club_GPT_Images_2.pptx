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REID SENDROFF  ·  NORTHERN HIGHLANDS AI CLUB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Images 2.0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17007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9C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Look · Live Demo · What It Actually Does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0" y="2176272"/>
            <a:ext cx="2743200" cy="36576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414016"/>
            <a:ext cx="2286000" cy="402336"/>
          </a:xfrm>
          <a:prstGeom prst="rect">
            <a:avLst/>
          </a:prstGeom>
          <a:solidFill>
            <a:srgbClr val="111820"/>
          </a:solidFill>
          <a:ln w="9525">
            <a:solidFill>
              <a:srgbClr val="10A37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41401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text in images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2414016"/>
            <a:ext cx="2286000" cy="402336"/>
          </a:xfrm>
          <a:prstGeom prst="rect">
            <a:avLst/>
          </a:prstGeom>
          <a:solidFill>
            <a:srgbClr val="111820"/>
          </a:solidFill>
          <a:ln w="9525">
            <a:solidFill>
              <a:srgbClr val="10A3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241401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GPT-4o generation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2414016"/>
            <a:ext cx="2286000" cy="402336"/>
          </a:xfrm>
          <a:prstGeom prst="rect">
            <a:avLst/>
          </a:prstGeom>
          <a:solidFill>
            <a:srgbClr val="111820"/>
          </a:solidFill>
          <a:ln w="9525">
            <a:solidFill>
              <a:srgbClr val="10A3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241401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anything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072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D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just dropped. Here’s what you need to know.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openai.com/index/introducing-chatgpt-images-2-0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8288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Changed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65836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 3 vs. ChatGPT Images 2.0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47472" y="1005840"/>
            <a:ext cx="4224528" cy="3566160"/>
          </a:xfrm>
          <a:prstGeom prst="rect">
            <a:avLst/>
          </a:prstGeom>
          <a:solidFill>
            <a:srgbClr val="3A2A2A"/>
          </a:solidFill>
          <a:ln w="12700">
            <a:solidFill>
              <a:srgbClr val="AA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005840"/>
            <a:ext cx="4224528" cy="64008"/>
          </a:xfrm>
          <a:prstGeom prst="rect">
            <a:avLst/>
          </a:prstGeom>
          <a:solidFill>
            <a:srgbClr val="AA4444"/>
          </a:solidFill>
          <a:ln w="12700">
            <a:solidFill>
              <a:srgbClr val="AA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115568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 3 (Before)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2064" y="1572768"/>
            <a:ext cx="3895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Separate model — not truly integrated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12064" y="2084832"/>
            <a:ext cx="3895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Text in images was unreliable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12064" y="2596896"/>
            <a:ext cx="3895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One generation at a time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12064" y="3108960"/>
            <a:ext cx="3895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Couldn't edit existing images well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12064" y="3621024"/>
            <a:ext cx="3895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understanding of image context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91456" y="1005840"/>
            <a:ext cx="4224528" cy="3566160"/>
          </a:xfrm>
          <a:prstGeom prst="rect">
            <a:avLst/>
          </a:prstGeom>
          <a:solidFill>
            <a:srgbClr val="0D1F18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91456" y="1005840"/>
            <a:ext cx="4224528" cy="64008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56048" y="1115568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Images 2.0 (Now)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56048" y="1572768"/>
            <a:ext cx="3895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Native to GPT-4o — same model, sees everything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56048" y="2084832"/>
            <a:ext cx="3895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Text rendering is dramatically better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56048" y="2596896"/>
            <a:ext cx="3895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Multi-image workflows and references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56048" y="3108960"/>
            <a:ext cx="3895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Edit specific parts of any image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56048" y="3621024"/>
            <a:ext cx="3895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Understands context from the whole conversation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8288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Upgrades That Actually Matter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932688"/>
            <a:ext cx="8449056" cy="1133856"/>
          </a:xfrm>
          <a:prstGeom prst="rect">
            <a:avLst/>
          </a:prstGeom>
          <a:solidFill>
            <a:srgbClr val="111820"/>
          </a:solidFill>
          <a:ln w="9525">
            <a:solidFill>
              <a:srgbClr val="10A37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932688"/>
            <a:ext cx="64008" cy="1133856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0241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C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98448" y="106070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That Actually Renders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98448" y="1408176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 3 mangled text. Images 2.0 can render readable signs, labels, posters, and UI elements. Type a headline and it shows up correctly in the image. This alone unlocks an entire category of use cases.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" y="2194560"/>
            <a:ext cx="8449056" cy="1133856"/>
          </a:xfrm>
          <a:prstGeom prst="rect">
            <a:avLst/>
          </a:prstGeom>
          <a:solidFill>
            <a:srgbClr val="111820"/>
          </a:solidFill>
          <a:ln w="9525">
            <a:solidFill>
              <a:srgbClr val="10A37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2194560"/>
            <a:ext cx="64008" cy="1133856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286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C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98448" y="232257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Editing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98448" y="2670048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to a specific part of an image and change it. “Make the background darker.” “Remove the person on the left.” “Add a logo here.” It understands spatial instructions and executes them.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7472" y="3456432"/>
            <a:ext cx="8449056" cy="1133856"/>
          </a:xfrm>
          <a:prstGeom prst="rect">
            <a:avLst/>
          </a:prstGeom>
          <a:solidFill>
            <a:srgbClr val="111820"/>
          </a:solidFill>
          <a:ln w="9525">
            <a:solidFill>
              <a:srgbClr val="10A37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3456432"/>
            <a:ext cx="64008" cy="1133856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5478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C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98448" y="358444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Memory in Images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98448" y="393192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it’s native to GPT-4o, it remembers your whole conversation. “Generate a version of the character from slide 3.” It knows what you mean. No re-describing from scratch every time.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8288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Actually Build With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932688"/>
            <a:ext cx="2688336" cy="1463040"/>
          </a:xfrm>
          <a:prstGeom prst="rect">
            <a:avLst/>
          </a:prstGeom>
          <a:solidFill>
            <a:srgbClr val="111820"/>
          </a:solidFill>
          <a:ln w="9525">
            <a:solidFill>
              <a:srgbClr val="10A3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" y="107899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Infographics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3776" y="1463040"/>
            <a:ext cx="256032" cy="36576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591056"/>
            <a:ext cx="23957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data. Tell it the layout. Get a styled infographic with correct labels and numbers.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63824" y="932688"/>
            <a:ext cx="2688336" cy="1463040"/>
          </a:xfrm>
          <a:prstGeom prst="rect">
            <a:avLst/>
          </a:prstGeom>
          <a:solidFill>
            <a:srgbClr val="111820"/>
          </a:solidFill>
          <a:ln w="9525">
            <a:solidFill>
              <a:srgbClr val="10A3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0128" y="107899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UI Mockups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10128" y="1463040"/>
            <a:ext cx="256032" cy="36576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591056"/>
            <a:ext cx="23957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screen. It generates a realistic-looking wireframe or styled mockup.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80176" y="932688"/>
            <a:ext cx="2688336" cy="1463040"/>
          </a:xfrm>
          <a:prstGeom prst="rect">
            <a:avLst/>
          </a:prstGeom>
          <a:solidFill>
            <a:srgbClr val="111820"/>
          </a:solidFill>
          <a:ln w="9525">
            <a:solidFill>
              <a:srgbClr val="10A3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07899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 Social Content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56032" cy="36576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591056"/>
            <a:ext cx="23957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Club post? Event flyer? Custom thumbnail? Describe the vibe and it executes.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" y="2523744"/>
            <a:ext cx="2688336" cy="1463040"/>
          </a:xfrm>
          <a:prstGeom prst="rect">
            <a:avLst/>
          </a:prstGeom>
          <a:solidFill>
            <a:srgbClr val="111820"/>
          </a:solidFill>
          <a:ln w="9525">
            <a:solidFill>
              <a:srgbClr val="10A37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2670048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Study Diagrams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3776" y="3054096"/>
            <a:ext cx="256032" cy="36576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" y="3182112"/>
            <a:ext cx="23957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Flowcharts, system diagrams, concept maps — generated from a text description.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63824" y="2523744"/>
            <a:ext cx="2688336" cy="1463040"/>
          </a:xfrm>
          <a:prstGeom prst="rect">
            <a:avLst/>
          </a:prstGeom>
          <a:solidFill>
            <a:srgbClr val="111820"/>
          </a:solidFill>
          <a:ln w="9525">
            <a:solidFill>
              <a:srgbClr val="10A37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2670048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Product Assets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10128" y="3054096"/>
            <a:ext cx="256032" cy="36576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3182112"/>
            <a:ext cx="23957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Logos, icons, product screenshots with overlaid text. Works for real projects.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80176" y="2523744"/>
            <a:ext cx="2688336" cy="1463040"/>
          </a:xfrm>
          <a:prstGeom prst="rect">
            <a:avLst/>
          </a:prstGeom>
          <a:solidFill>
            <a:srgbClr val="111820"/>
          </a:solidFill>
          <a:ln w="9525">
            <a:solidFill>
              <a:srgbClr val="10A37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2670048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App Integration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3054096"/>
            <a:ext cx="256032" cy="36576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3182112"/>
            <a:ext cx="23957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the API: generate images inside your own app based on user prompts or data.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8288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It In Your Code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65836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OpenAI Images API — same interface, new model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47472" y="969264"/>
            <a:ext cx="5303520" cy="3401568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0972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openai import OpenAI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30352" y="146304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OpenAI()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30352" y="182880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Generate an image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30352" y="2011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client.images.generate(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30352" y="219456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model="gpt-image-1",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30352" y="237744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prompt="An infographic showing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30352" y="256032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how neural networks learn,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30352" y="274320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clean white background,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30352" y="29260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labeled diagram style",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" y="310896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size="1024x1024",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30352" y="329184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quality="high"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30352" y="347472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30352" y="38404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image_url = result.data[0].url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61888" y="96926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61888" y="1389888"/>
            <a:ext cx="2834640" cy="493776"/>
          </a:xfrm>
          <a:prstGeom prst="rect">
            <a:avLst/>
          </a:prstGeom>
          <a:solidFill>
            <a:srgbClr val="111820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9904" y="1426464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name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089904" y="162763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9C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"gpt-image-1"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61888" y="1975104"/>
            <a:ext cx="2834640" cy="493776"/>
          </a:xfrm>
          <a:prstGeom prst="rect">
            <a:avLst/>
          </a:prstGeom>
          <a:solidFill>
            <a:srgbClr val="111820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9904" y="2011680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options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089904" y="221284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9C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"low" / "medium" / "high"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61888" y="2560320"/>
            <a:ext cx="2834640" cy="493776"/>
          </a:xfrm>
          <a:prstGeom prst="rect">
            <a:avLst/>
          </a:prstGeom>
          <a:solidFill>
            <a:srgbClr val="111820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9904" y="2596896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options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089904" y="2798064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9C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1024x1024, 1536x1024, 1024x1536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61888" y="3145536"/>
            <a:ext cx="2834640" cy="493776"/>
          </a:xfrm>
          <a:prstGeom prst="rect">
            <a:avLst/>
          </a:prstGeom>
          <a:solidFill>
            <a:srgbClr val="111820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89904" y="3182112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089904" y="3383280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9C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or base64 PNG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961888" y="3730752"/>
            <a:ext cx="2834640" cy="493776"/>
          </a:xfrm>
          <a:prstGeom prst="rect">
            <a:avLst/>
          </a:prstGeom>
          <a:solidFill>
            <a:srgbClr val="111820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9904" y="3767328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endpoint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089904" y="396849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9C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client.images.edit()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4224528" cy="4663440"/>
          </a:xfrm>
          <a:prstGeom prst="rect">
            <a:avLst/>
          </a:prstGeom>
          <a:solidFill>
            <a:srgbClr val="0D1F18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61872" y="822960"/>
            <a:ext cx="2395728" cy="2395728"/>
          </a:xfrm>
          <a:prstGeom prst="ellipse">
            <a:avLst/>
          </a:prstGeom>
          <a:solidFill>
            <a:srgbClr val="0A1F18"/>
          </a:solidFill>
          <a:ln w="19050">
            <a:solidFill>
              <a:srgbClr val="10A3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61872" y="822960"/>
            <a:ext cx="2395728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19C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12064" y="3383280"/>
            <a:ext cx="3895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12064" y="3858768"/>
            <a:ext cx="38953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D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prompts. Real outputs.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8D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cherry-picking.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919472" y="201168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Take Away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919472" y="640080"/>
            <a:ext cx="329184" cy="36576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19472" y="841248"/>
            <a:ext cx="3877056" cy="822960"/>
          </a:xfrm>
          <a:prstGeom prst="rect">
            <a:avLst/>
          </a:prstGeom>
          <a:solidFill>
            <a:srgbClr val="111820"/>
          </a:solidFill>
          <a:ln w="9525">
            <a:solidFill>
              <a:srgbClr val="10A3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65776" y="932688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 images is solved.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65776" y="1243584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Posters, flyers, infographics, UI mockups — all viable now.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19472" y="1792224"/>
            <a:ext cx="3877056" cy="822960"/>
          </a:xfrm>
          <a:prstGeom prst="rect">
            <a:avLst/>
          </a:prstGeom>
          <a:solidFill>
            <a:srgbClr val="111820"/>
          </a:solidFill>
          <a:ln w="9525">
            <a:solidFill>
              <a:srgbClr val="10A37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883664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in your app via API.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65776" y="2194560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client library. One endpoint. Add image gen to anything you’re building.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19472" y="2743200"/>
            <a:ext cx="3877056" cy="822960"/>
          </a:xfrm>
          <a:prstGeom prst="rect">
            <a:avLst/>
          </a:prstGeom>
          <a:solidFill>
            <a:srgbClr val="111820"/>
          </a:solidFill>
          <a:ln w="9525">
            <a:solidFill>
              <a:srgbClr val="10A37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65776" y="2834640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editing model is real.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65776" y="3145536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trick. Point at a region, describe the change, done.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19472" y="3694176"/>
            <a:ext cx="3877056" cy="822960"/>
          </a:xfrm>
          <a:prstGeom prst="rect">
            <a:avLst/>
          </a:prstGeom>
          <a:solidFill>
            <a:srgbClr val="111820"/>
          </a:solidFill>
          <a:ln w="9525">
            <a:solidFill>
              <a:srgbClr val="10A37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65776" y="3785616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carries across turns.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65776" y="4096512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remembers the conversation. Reference previous outputs directly.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ChatGPT Images 2.0 — Reid Sendroff</dc:title>
  <dc:subject>PptxGenJS Presentation</dc:subject>
  <dc:creator>PptxGenJS</dc:creator>
  <cp:lastModifiedBy>PptxGenJS</cp:lastModifiedBy>
  <cp:revision>1</cp:revision>
  <dcterms:created xsi:type="dcterms:W3CDTF">2026-04-27T04:33:01Z</dcterms:created>
  <dcterms:modified xsi:type="dcterms:W3CDTF">2026-04-27T04:33:01Z</dcterms:modified>
</cp:coreProperties>
</file>